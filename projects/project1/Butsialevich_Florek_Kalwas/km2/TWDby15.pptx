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3" r:id="rId4"/>
    <p:sldId id="258" r:id="rId5"/>
    <p:sldId id="259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3A0FEFF-A524-4CBB-AA0D-032308AC13FC}" v="19" dt="2025-10-28T23:53:13.75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70" d="100"/>
          <a:sy n="70" d="100"/>
        </p:scale>
        <p:origin x="50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ojciech Florek" userId="df6dd0c439a4b43a" providerId="LiveId" clId="{0F85DB36-F888-4725-8BE2-638DCACE821E}"/>
    <pc:docChg chg="undo custSel addSld modSld">
      <pc:chgData name="Wojciech Florek" userId="df6dd0c439a4b43a" providerId="LiveId" clId="{0F85DB36-F888-4725-8BE2-638DCACE821E}" dt="2025-10-28T23:58:25.293" v="493" actId="255"/>
      <pc:docMkLst>
        <pc:docMk/>
      </pc:docMkLst>
      <pc:sldChg chg="modSp mod">
        <pc:chgData name="Wojciech Florek" userId="df6dd0c439a4b43a" providerId="LiveId" clId="{0F85DB36-F888-4725-8BE2-638DCACE821E}" dt="2025-10-28T23:57:30.324" v="491" actId="20577"/>
        <pc:sldMkLst>
          <pc:docMk/>
          <pc:sldMk cId="641073322" sldId="256"/>
        </pc:sldMkLst>
        <pc:spChg chg="mod">
          <ac:chgData name="Wojciech Florek" userId="df6dd0c439a4b43a" providerId="LiveId" clId="{0F85DB36-F888-4725-8BE2-638DCACE821E}" dt="2025-10-28T23:57:30.324" v="491" actId="20577"/>
          <ac:spMkLst>
            <pc:docMk/>
            <pc:sldMk cId="641073322" sldId="256"/>
            <ac:spMk id="3" creationId="{B4FA3470-7D9D-9462-AA60-23B1A3E2C8C5}"/>
          </ac:spMkLst>
        </pc:spChg>
      </pc:sldChg>
      <pc:sldChg chg="addSp modSp mod">
        <pc:chgData name="Wojciech Florek" userId="df6dd0c439a4b43a" providerId="LiveId" clId="{0F85DB36-F888-4725-8BE2-638DCACE821E}" dt="2025-10-28T23:58:14.436" v="492" actId="255"/>
        <pc:sldMkLst>
          <pc:docMk/>
          <pc:sldMk cId="3003937585" sldId="257"/>
        </pc:sldMkLst>
        <pc:spChg chg="mod">
          <ac:chgData name="Wojciech Florek" userId="df6dd0c439a4b43a" providerId="LiveId" clId="{0F85DB36-F888-4725-8BE2-638DCACE821E}" dt="2025-10-28T23:24:41.215" v="21" actId="20577"/>
          <ac:spMkLst>
            <pc:docMk/>
            <pc:sldMk cId="3003937585" sldId="257"/>
            <ac:spMk id="2" creationId="{86C8D0DC-DB9B-BCF2-3715-6F16F849FAA1}"/>
          </ac:spMkLst>
        </pc:spChg>
        <pc:spChg chg="add mod">
          <ac:chgData name="Wojciech Florek" userId="df6dd0c439a4b43a" providerId="LiveId" clId="{0F85DB36-F888-4725-8BE2-638DCACE821E}" dt="2025-10-28T23:58:14.436" v="492" actId="255"/>
          <ac:spMkLst>
            <pc:docMk/>
            <pc:sldMk cId="3003937585" sldId="257"/>
            <ac:spMk id="3" creationId="{D0B2890A-5E38-5557-FDC0-F0476CB3DBFB}"/>
          </ac:spMkLst>
        </pc:spChg>
      </pc:sldChg>
      <pc:sldChg chg="addSp delSp modSp new mod">
        <pc:chgData name="Wojciech Florek" userId="df6dd0c439a4b43a" providerId="LiveId" clId="{0F85DB36-F888-4725-8BE2-638DCACE821E}" dt="2025-10-28T23:40:36.989" v="222" actId="1076"/>
        <pc:sldMkLst>
          <pc:docMk/>
          <pc:sldMk cId="419857338" sldId="258"/>
        </pc:sldMkLst>
        <pc:spChg chg="mod">
          <ac:chgData name="Wojciech Florek" userId="df6dd0c439a4b43a" providerId="LiveId" clId="{0F85DB36-F888-4725-8BE2-638DCACE821E}" dt="2025-10-28T23:34:17.510" v="147" actId="20577"/>
          <ac:spMkLst>
            <pc:docMk/>
            <pc:sldMk cId="419857338" sldId="258"/>
            <ac:spMk id="2" creationId="{4C4AA2C7-418F-5F0E-F9EE-702C7B1FCB56}"/>
          </ac:spMkLst>
        </pc:spChg>
        <pc:picChg chg="add mod">
          <ac:chgData name="Wojciech Florek" userId="df6dd0c439a4b43a" providerId="LiveId" clId="{0F85DB36-F888-4725-8BE2-638DCACE821E}" dt="2025-10-28T23:35:15.143" v="170" actId="931"/>
          <ac:picMkLst>
            <pc:docMk/>
            <pc:sldMk cId="419857338" sldId="258"/>
            <ac:picMk id="4" creationId="{FB54805F-0856-EC62-A387-28460EA814C5}"/>
          </ac:picMkLst>
        </pc:picChg>
        <pc:picChg chg="add mod">
          <ac:chgData name="Wojciech Florek" userId="df6dd0c439a4b43a" providerId="LiveId" clId="{0F85DB36-F888-4725-8BE2-638DCACE821E}" dt="2025-10-28T23:35:15.143" v="170" actId="931"/>
          <ac:picMkLst>
            <pc:docMk/>
            <pc:sldMk cId="419857338" sldId="258"/>
            <ac:picMk id="6" creationId="{90205DD5-6BD7-E305-9A1D-B1F2F46D4021}"/>
          </ac:picMkLst>
        </pc:picChg>
        <pc:picChg chg="add mod">
          <ac:chgData name="Wojciech Florek" userId="df6dd0c439a4b43a" providerId="LiveId" clId="{0F85DB36-F888-4725-8BE2-638DCACE821E}" dt="2025-10-28T23:35:15.143" v="170" actId="931"/>
          <ac:picMkLst>
            <pc:docMk/>
            <pc:sldMk cId="419857338" sldId="258"/>
            <ac:picMk id="8" creationId="{8E7EF39D-05E1-AE3E-9D7F-26F0EFADB6A2}"/>
          </ac:picMkLst>
        </pc:picChg>
        <pc:picChg chg="add mod">
          <ac:chgData name="Wojciech Florek" userId="df6dd0c439a4b43a" providerId="LiveId" clId="{0F85DB36-F888-4725-8BE2-638DCACE821E}" dt="2025-10-28T23:35:15.143" v="170" actId="931"/>
          <ac:picMkLst>
            <pc:docMk/>
            <pc:sldMk cId="419857338" sldId="258"/>
            <ac:picMk id="10" creationId="{1FC5F3DB-B3D5-A50B-48A5-BC56E59AD2B2}"/>
          </ac:picMkLst>
        </pc:picChg>
        <pc:picChg chg="add mod">
          <ac:chgData name="Wojciech Florek" userId="df6dd0c439a4b43a" providerId="LiveId" clId="{0F85DB36-F888-4725-8BE2-638DCACE821E}" dt="2025-10-28T23:35:15.143" v="170" actId="931"/>
          <ac:picMkLst>
            <pc:docMk/>
            <pc:sldMk cId="419857338" sldId="258"/>
            <ac:picMk id="12" creationId="{7242142E-5EC3-4FC1-34B3-2F84C021916C}"/>
          </ac:picMkLst>
        </pc:picChg>
        <pc:picChg chg="add mod">
          <ac:chgData name="Wojciech Florek" userId="df6dd0c439a4b43a" providerId="LiveId" clId="{0F85DB36-F888-4725-8BE2-638DCACE821E}" dt="2025-10-28T23:35:15.143" v="170" actId="931"/>
          <ac:picMkLst>
            <pc:docMk/>
            <pc:sldMk cId="419857338" sldId="258"/>
            <ac:picMk id="14" creationId="{7A7BB414-8B7D-A58F-EFB3-15E95C85810D}"/>
          </ac:picMkLst>
        </pc:picChg>
        <pc:picChg chg="add del mod">
          <ac:chgData name="Wojciech Florek" userId="df6dd0c439a4b43a" providerId="LiveId" clId="{0F85DB36-F888-4725-8BE2-638DCACE821E}" dt="2025-10-28T23:38:58.084" v="216" actId="21"/>
          <ac:picMkLst>
            <pc:docMk/>
            <pc:sldMk cId="419857338" sldId="258"/>
            <ac:picMk id="16" creationId="{27F3358F-DD6A-B6B7-B579-B251AD3D1C22}"/>
          </ac:picMkLst>
        </pc:picChg>
        <pc:picChg chg="add del mod">
          <ac:chgData name="Wojciech Florek" userId="df6dd0c439a4b43a" providerId="LiveId" clId="{0F85DB36-F888-4725-8BE2-638DCACE821E}" dt="2025-10-28T23:38:52.849" v="213" actId="21"/>
          <ac:picMkLst>
            <pc:docMk/>
            <pc:sldMk cId="419857338" sldId="258"/>
            <ac:picMk id="18" creationId="{08B4E799-E169-7AD7-983E-45E384743ABD}"/>
          </ac:picMkLst>
        </pc:picChg>
        <pc:picChg chg="add del mod">
          <ac:chgData name="Wojciech Florek" userId="df6dd0c439a4b43a" providerId="LiveId" clId="{0F85DB36-F888-4725-8BE2-638DCACE821E}" dt="2025-10-28T23:38:51.901" v="211" actId="21"/>
          <ac:picMkLst>
            <pc:docMk/>
            <pc:sldMk cId="419857338" sldId="258"/>
            <ac:picMk id="20" creationId="{6624A692-FDD3-ABCF-360C-89CC8D6587F9}"/>
          </ac:picMkLst>
        </pc:picChg>
        <pc:picChg chg="add del mod">
          <ac:chgData name="Wojciech Florek" userId="df6dd0c439a4b43a" providerId="LiveId" clId="{0F85DB36-F888-4725-8BE2-638DCACE821E}" dt="2025-10-28T23:37:48.423" v="200" actId="21"/>
          <ac:picMkLst>
            <pc:docMk/>
            <pc:sldMk cId="419857338" sldId="258"/>
            <ac:picMk id="22" creationId="{2AF4CD45-8048-4E7B-BB1C-76DF545AB224}"/>
          </ac:picMkLst>
        </pc:picChg>
        <pc:picChg chg="add del mod">
          <ac:chgData name="Wojciech Florek" userId="df6dd0c439a4b43a" providerId="LiveId" clId="{0F85DB36-F888-4725-8BE2-638DCACE821E}" dt="2025-10-28T23:37:52.020" v="202" actId="21"/>
          <ac:picMkLst>
            <pc:docMk/>
            <pc:sldMk cId="419857338" sldId="258"/>
            <ac:picMk id="24" creationId="{C830FDA4-7EF9-9B61-EAE6-A95EB6E07737}"/>
          </ac:picMkLst>
        </pc:picChg>
        <pc:picChg chg="add del mod">
          <ac:chgData name="Wojciech Florek" userId="df6dd0c439a4b43a" providerId="LiveId" clId="{0F85DB36-F888-4725-8BE2-638DCACE821E}" dt="2025-10-28T23:37:50.949" v="201" actId="21"/>
          <ac:picMkLst>
            <pc:docMk/>
            <pc:sldMk cId="419857338" sldId="258"/>
            <ac:picMk id="26" creationId="{E5C56099-98A9-03C6-578C-F236584AA255}"/>
          </ac:picMkLst>
        </pc:picChg>
        <pc:picChg chg="add mod">
          <ac:chgData name="Wojciech Florek" userId="df6dd0c439a4b43a" providerId="LiveId" clId="{0F85DB36-F888-4725-8BE2-638DCACE821E}" dt="2025-10-28T23:40:36.989" v="222" actId="1076"/>
          <ac:picMkLst>
            <pc:docMk/>
            <pc:sldMk cId="419857338" sldId="258"/>
            <ac:picMk id="28" creationId="{3D312C8D-5B85-1067-11CB-258C2479CB08}"/>
          </ac:picMkLst>
        </pc:picChg>
      </pc:sldChg>
      <pc:sldChg chg="addSp modSp new mod">
        <pc:chgData name="Wojciech Florek" userId="df6dd0c439a4b43a" providerId="LiveId" clId="{0F85DB36-F888-4725-8BE2-638DCACE821E}" dt="2025-10-28T23:42:05.982" v="226" actId="962"/>
        <pc:sldMkLst>
          <pc:docMk/>
          <pc:sldMk cId="2965575962" sldId="259"/>
        </pc:sldMkLst>
        <pc:picChg chg="add mod">
          <ac:chgData name="Wojciech Florek" userId="df6dd0c439a4b43a" providerId="LiveId" clId="{0F85DB36-F888-4725-8BE2-638DCACE821E}" dt="2025-10-28T23:42:05.982" v="226" actId="962"/>
          <ac:picMkLst>
            <pc:docMk/>
            <pc:sldMk cId="2965575962" sldId="259"/>
            <ac:picMk id="3" creationId="{37C76B34-6D2A-35D6-5277-087E012ADDB4}"/>
          </ac:picMkLst>
        </pc:picChg>
      </pc:sldChg>
      <pc:sldChg chg="addSp modSp new mod">
        <pc:chgData name="Wojciech Florek" userId="df6dd0c439a4b43a" providerId="LiveId" clId="{0F85DB36-F888-4725-8BE2-638DCACE821E}" dt="2025-10-28T23:45:13.045" v="230" actId="962"/>
        <pc:sldMkLst>
          <pc:docMk/>
          <pc:sldMk cId="1588657146" sldId="260"/>
        </pc:sldMkLst>
        <pc:picChg chg="add mod">
          <ac:chgData name="Wojciech Florek" userId="df6dd0c439a4b43a" providerId="LiveId" clId="{0F85DB36-F888-4725-8BE2-638DCACE821E}" dt="2025-10-28T23:45:13.045" v="230" actId="962"/>
          <ac:picMkLst>
            <pc:docMk/>
            <pc:sldMk cId="1588657146" sldId="260"/>
            <ac:picMk id="3" creationId="{DE7C93FC-5F9E-EEEB-17DC-F36B1A09CBC9}"/>
          </ac:picMkLst>
        </pc:picChg>
      </pc:sldChg>
      <pc:sldChg chg="addSp modSp new mod">
        <pc:chgData name="Wojciech Florek" userId="df6dd0c439a4b43a" providerId="LiveId" clId="{0F85DB36-F888-4725-8BE2-638DCACE821E}" dt="2025-10-28T23:46:24.025" v="239" actId="1076"/>
        <pc:sldMkLst>
          <pc:docMk/>
          <pc:sldMk cId="306818556" sldId="261"/>
        </pc:sldMkLst>
        <pc:picChg chg="add mod">
          <ac:chgData name="Wojciech Florek" userId="df6dd0c439a4b43a" providerId="LiveId" clId="{0F85DB36-F888-4725-8BE2-638DCACE821E}" dt="2025-10-28T23:45:49.247" v="235" actId="1076"/>
          <ac:picMkLst>
            <pc:docMk/>
            <pc:sldMk cId="306818556" sldId="261"/>
            <ac:picMk id="3" creationId="{ED9F92D7-C075-1837-7B38-5ED1D31125C2}"/>
          </ac:picMkLst>
        </pc:picChg>
        <pc:picChg chg="add mod">
          <ac:chgData name="Wojciech Florek" userId="df6dd0c439a4b43a" providerId="LiveId" clId="{0F85DB36-F888-4725-8BE2-638DCACE821E}" dt="2025-10-28T23:46:24.025" v="239" actId="1076"/>
          <ac:picMkLst>
            <pc:docMk/>
            <pc:sldMk cId="306818556" sldId="261"/>
            <ac:picMk id="5" creationId="{6A8FFECA-B490-3A42-C091-A45ADD58CE92}"/>
          </ac:picMkLst>
        </pc:picChg>
      </pc:sldChg>
      <pc:sldChg chg="addSp modSp new mod">
        <pc:chgData name="Wojciech Florek" userId="df6dd0c439a4b43a" providerId="LiveId" clId="{0F85DB36-F888-4725-8BE2-638DCACE821E}" dt="2025-10-28T23:58:25.293" v="493" actId="255"/>
        <pc:sldMkLst>
          <pc:docMk/>
          <pc:sldMk cId="3209068079" sldId="262"/>
        </pc:sldMkLst>
        <pc:spChg chg="mod">
          <ac:chgData name="Wojciech Florek" userId="df6dd0c439a4b43a" providerId="LiveId" clId="{0F85DB36-F888-4725-8BE2-638DCACE821E}" dt="2025-10-28T23:47:44.709" v="257" actId="20577"/>
          <ac:spMkLst>
            <pc:docMk/>
            <pc:sldMk cId="3209068079" sldId="262"/>
            <ac:spMk id="2" creationId="{78D79ED2-0315-2D8F-72A8-C70CCD1D4382}"/>
          </ac:spMkLst>
        </pc:spChg>
        <pc:spChg chg="add mod">
          <ac:chgData name="Wojciech Florek" userId="df6dd0c439a4b43a" providerId="LiveId" clId="{0F85DB36-F888-4725-8BE2-638DCACE821E}" dt="2025-10-28T23:58:25.293" v="493" actId="255"/>
          <ac:spMkLst>
            <pc:docMk/>
            <pc:sldMk cId="3209068079" sldId="262"/>
            <ac:spMk id="3" creationId="{6F374368-B58E-0F60-1185-0912050006BA}"/>
          </ac:spMkLst>
        </pc:spChg>
      </pc:sldChg>
      <pc:sldChg chg="addSp delSp modSp new mod modClrScheme chgLayout">
        <pc:chgData name="Wojciech Florek" userId="df6dd0c439a4b43a" providerId="LiveId" clId="{0F85DB36-F888-4725-8BE2-638DCACE821E}" dt="2025-10-28T23:53:27.292" v="439" actId="14100"/>
        <pc:sldMkLst>
          <pc:docMk/>
          <pc:sldMk cId="3682420619" sldId="263"/>
        </pc:sldMkLst>
        <pc:spChg chg="del mod ord">
          <ac:chgData name="Wojciech Florek" userId="df6dd0c439a4b43a" providerId="LiveId" clId="{0F85DB36-F888-4725-8BE2-638DCACE821E}" dt="2025-10-28T23:51:34.562" v="402" actId="700"/>
          <ac:spMkLst>
            <pc:docMk/>
            <pc:sldMk cId="3682420619" sldId="263"/>
            <ac:spMk id="2" creationId="{EC3D82D9-8873-9A73-3C5C-AEC5C192495A}"/>
          </ac:spMkLst>
        </pc:spChg>
        <pc:spChg chg="del">
          <ac:chgData name="Wojciech Florek" userId="df6dd0c439a4b43a" providerId="LiveId" clId="{0F85DB36-F888-4725-8BE2-638DCACE821E}" dt="2025-10-28T23:51:34.562" v="402" actId="700"/>
          <ac:spMkLst>
            <pc:docMk/>
            <pc:sldMk cId="3682420619" sldId="263"/>
            <ac:spMk id="3" creationId="{3BE5A5A1-8061-1E47-499F-7A2C3CB38073}"/>
          </ac:spMkLst>
        </pc:spChg>
        <pc:spChg chg="add mod ord">
          <ac:chgData name="Wojciech Florek" userId="df6dd0c439a4b43a" providerId="LiveId" clId="{0F85DB36-F888-4725-8BE2-638DCACE821E}" dt="2025-10-28T23:51:48.253" v="432" actId="20577"/>
          <ac:spMkLst>
            <pc:docMk/>
            <pc:sldMk cId="3682420619" sldId="263"/>
            <ac:spMk id="4" creationId="{A4F0C370-7AC8-DF25-7462-A0DF5EB28D89}"/>
          </ac:spMkLst>
        </pc:spChg>
        <pc:picChg chg="add mod">
          <ac:chgData name="Wojciech Florek" userId="df6dd0c439a4b43a" providerId="LiveId" clId="{0F85DB36-F888-4725-8BE2-638DCACE821E}" dt="2025-10-28T23:53:27.292" v="439" actId="14100"/>
          <ac:picMkLst>
            <pc:docMk/>
            <pc:sldMk cId="3682420619" sldId="263"/>
            <ac:picMk id="6" creationId="{609E1761-202A-AEDF-925B-85E5956EFFE9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1F59956-10F4-AB37-891E-875F6FE10A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56599F5F-5D69-3E19-5AE5-09EB91C6D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65C64E56-FEC1-7071-4B9B-10F7EBF0C6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27CB5-1B8F-4049-A10E-A2729B51FD60}" type="datetimeFigureOut">
              <a:rPr lang="pl-PL" smtClean="0"/>
              <a:t>29.10.2025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BF39CFBC-898F-DF6A-A2D9-0B24EFB54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1EEA97C5-FB7D-2D76-B234-2E9976BF4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BFE5F-2428-41E8-B8BB-11A1B6C414BA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937007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448D893-D510-2BA1-102F-EB381CC8A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D414F845-75DF-F696-D32D-D844D2DC84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13FE1609-AFEC-7A40-3AB6-8568BEFE5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27CB5-1B8F-4049-A10E-A2729B51FD60}" type="datetimeFigureOut">
              <a:rPr lang="pl-PL" smtClean="0"/>
              <a:t>29.10.2025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F6EBD2F8-A840-4B67-57E6-155BA9ADE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691C06C3-A1CE-ED2D-85B1-9374E1F81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BFE5F-2428-41E8-B8BB-11A1B6C414BA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6117798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0E3B27A-C150-FBEC-A7D9-1E13D739B9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FB63CEDA-89F8-EB43-0CE7-00B7E5A02F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E4C82ADE-AF99-99A2-D09C-856B59477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27CB5-1B8F-4049-A10E-A2729B51FD60}" type="datetimeFigureOut">
              <a:rPr lang="pl-PL" smtClean="0"/>
              <a:t>29.10.2025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8E11615C-9E03-DA1F-1D15-E23BF3B14C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64199FEB-9A8C-A92F-EB14-4C2BFFED7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BFE5F-2428-41E8-B8BB-11A1B6C414BA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6670955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F5B2AB1-05CC-4767-5F2F-6D26D56B25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A8E55036-83B6-FE17-91AE-BE7434F7C7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4756FAA8-FAF6-EA93-52FB-BC324075A2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59C25F9F-19D3-B61B-0A7D-59753B0585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27CB5-1B8F-4049-A10E-A2729B51FD60}" type="datetimeFigureOut">
              <a:rPr lang="pl-PL" smtClean="0"/>
              <a:t>29.10.2025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A5BB556B-62FD-ED5C-2E33-0F7E6391B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1C3999DB-CC14-9CF8-EA60-AF8073C59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BFE5F-2428-41E8-B8BB-11A1B6C414BA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3794823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492E94B-5AF3-AD8E-F0C1-017882CF6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361F9EAA-C810-8C5C-841F-7E74723B49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2CAE2998-F023-3870-EE52-D515CA9246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D76B8574-A0A4-8EFD-2D99-79C01DBC55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87F5C6E0-BFC3-5F2E-35FA-803085ADF4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E09C8D03-13BF-78BA-1655-2ED6D7EF9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27CB5-1B8F-4049-A10E-A2729B51FD60}" type="datetimeFigureOut">
              <a:rPr lang="pl-PL" smtClean="0"/>
              <a:t>29.10.2025</a:t>
            </a:fld>
            <a:endParaRPr lang="pl-PL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27723808-CE44-7B23-C1FB-113701C99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11637579-63BA-1D09-A37B-75EC15866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BFE5F-2428-41E8-B8BB-11A1B6C414BA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9042002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1CDDB25-C1F8-3576-35D0-DB40DD8D03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B09281F6-B815-FD85-7AA4-7FC5F7D63F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27CB5-1B8F-4049-A10E-A2729B51FD60}" type="datetimeFigureOut">
              <a:rPr lang="pl-PL" smtClean="0"/>
              <a:t>29.10.2025</a:t>
            </a:fld>
            <a:endParaRPr lang="pl-PL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DA2C2F0E-ADC2-0D27-8F3F-DB62447847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5002D9E7-0CEE-8DB2-6DDF-6E278F384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BFE5F-2428-41E8-B8BB-11A1B6C414BA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8538550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249DD2DF-3A63-53A8-4238-FC33C35D1C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27CB5-1B8F-4049-A10E-A2729B51FD60}" type="datetimeFigureOut">
              <a:rPr lang="pl-PL" smtClean="0"/>
              <a:t>29.10.2025</a:t>
            </a:fld>
            <a:endParaRPr lang="pl-PL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22F943BC-DB1C-7850-9FCC-156099D0DD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36084F00-02C1-E022-9DAC-E3F899C6B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BFE5F-2428-41E8-B8BB-11A1B6C414BA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2490309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7D8CDFA-3C93-0E1B-D4B9-33C754D448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1F80B4DE-37D4-8E41-E6E2-C5F4C1DF91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3A912EF3-3795-BB86-5C33-28F43C7365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8D505B9E-6290-B472-9316-9D7039B9DB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27CB5-1B8F-4049-A10E-A2729B51FD60}" type="datetimeFigureOut">
              <a:rPr lang="pl-PL" smtClean="0"/>
              <a:t>29.10.2025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E99107CA-FD34-9F36-619E-C1C7CC0A3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01CE5A1D-B7A3-19D0-4154-E1A85187C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BFE5F-2428-41E8-B8BB-11A1B6C414BA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5569586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1C5BE0C-22AC-8F19-794B-EBBADEC971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4132BA45-2271-BAF1-A452-47D474A37E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5E4A097C-17CF-08A2-CEF5-13873D7055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09885A95-700B-F0FB-28CD-BA31EA4E0F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27CB5-1B8F-4049-A10E-A2729B51FD60}" type="datetimeFigureOut">
              <a:rPr lang="pl-PL" smtClean="0"/>
              <a:t>29.10.2025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CEAD4A7A-5EE0-2FD9-5FAD-D526CBBDD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78CCD262-011C-8620-E6C1-88298F424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BFE5F-2428-41E8-B8BB-11A1B6C414BA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5910701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4BE8471-CA92-ECF6-7190-566FD1FC30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88C3D75A-A270-B5DE-23AA-B8EB41AF98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A411B95D-02CB-F77A-D400-6BF9B9485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27CB5-1B8F-4049-A10E-A2729B51FD60}" type="datetimeFigureOut">
              <a:rPr lang="pl-PL" smtClean="0"/>
              <a:t>29.10.2025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37F8E6DB-AEE7-F4E0-F696-87EC26C9E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2A21F54-7FB1-74DB-871A-83FF36D15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BFE5F-2428-41E8-B8BB-11A1B6C414BA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0003944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72E9D3E1-D243-DC3D-1B83-59ACC607FC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B4B389AA-29D9-6303-C580-35C8FA8315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C6B57A04-9A0D-9D35-E65A-ECF0656AE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27CB5-1B8F-4049-A10E-A2729B51FD60}" type="datetimeFigureOut">
              <a:rPr lang="pl-PL" smtClean="0"/>
              <a:t>29.10.2025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3F71AEC6-7C48-6884-613C-589B2CF99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F41722BA-E632-132F-D8AE-96ECAF83A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BFE5F-2428-41E8-B8BB-11A1B6C414BA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4065741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27739448-DCA9-E1C5-71A9-5EDE44617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1A108827-9DC0-B885-8290-40988E9032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1A75385B-D002-02B6-C713-945543E0B8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E27CB5-1B8F-4049-A10E-A2729B51FD60}" type="datetimeFigureOut">
              <a:rPr lang="pl-PL" smtClean="0"/>
              <a:t>29.10.2025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046D4DBC-F2FD-EFD8-7546-1938C7BB24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241AE75A-B9D8-D5C8-6C65-8A17B25434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6BFE5F-2428-41E8-B8BB-11A1B6C414BA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6192505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1B77C33-31B0-A445-D7A9-8962327DE73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l-PL" dirty="0"/>
              <a:t>TWD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B4FA3470-7D9D-9462-AA60-23B1A3E2C8C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l-PL" dirty="0"/>
              <a:t>Projekt 1</a:t>
            </a:r>
          </a:p>
          <a:p>
            <a:r>
              <a:rPr lang="pl-PL" dirty="0"/>
              <a:t>Florek Wojciech, Kalwas Michał, </a:t>
            </a:r>
            <a:r>
              <a:rPr lang="pl-PL" dirty="0" err="1"/>
              <a:t>Butsialevich</a:t>
            </a:r>
            <a:r>
              <a:rPr lang="pl-PL" dirty="0"/>
              <a:t> </a:t>
            </a:r>
            <a:r>
              <a:rPr lang="pl-PL" dirty="0" err="1"/>
              <a:t>Żenia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6410733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6C8D0DC-DB9B-BCF2-3715-6F16F849F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Działanie z arkuszami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D0B2890A-5E38-5557-FDC0-F0476CB3DBFB}"/>
              </a:ext>
            </a:extLst>
          </p:cNvPr>
          <p:cNvSpPr txBox="1"/>
          <p:nvPr/>
        </p:nvSpPr>
        <p:spPr>
          <a:xfrm>
            <a:off x="804672" y="1965960"/>
            <a:ext cx="1070762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2000" dirty="0"/>
              <a:t>W trakcie naszych działań napotkaliśmy parę problemów:</a:t>
            </a:r>
          </a:p>
          <a:p>
            <a:pPr marL="285750" indent="-285750">
              <a:buFontTx/>
              <a:buChar char="-"/>
            </a:pPr>
            <a:r>
              <a:rPr lang="pl-PL" sz="2000" dirty="0"/>
              <a:t>W analizowanych plikach arkuszowych nie występowała jednolita struktura danych między arkuszami, co znacząco utrudniało ich automatyczne przetwarzanie. Dodatkowo, część arkuszy zawierała więcej niż jedną tabelę, co wymagało ręcznej identyfikacji i separacji danych.</a:t>
            </a:r>
          </a:p>
          <a:p>
            <a:pPr marL="285750" indent="-285750">
              <a:buFontTx/>
              <a:buChar char="-"/>
            </a:pPr>
            <a:r>
              <a:rPr lang="pl-PL" sz="2000" dirty="0"/>
              <a:t>Podczas pracy z danym arkuszem napotkano szereg nietypowych problemów strukturalnych, które znacząco utrudniały analizę danych. W szczególności przypadki dzielenia pojedynczych bloków tekstu na wiele wierszy, co zaburzało spójność tabelaryczną i wymagało dodatkowego przetwarzania wstępnego.</a:t>
            </a:r>
          </a:p>
        </p:txBody>
      </p:sp>
    </p:spTree>
    <p:extLst>
      <p:ext uri="{BB962C8B-B14F-4D97-AF65-F5344CB8AC3E}">
        <p14:creationId xmlns:p14="http://schemas.microsoft.com/office/powerpoint/2010/main" val="30039375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ytuł 3">
            <a:extLst>
              <a:ext uri="{FF2B5EF4-FFF2-40B4-BE49-F238E27FC236}">
                <a16:creationId xmlns:a16="http://schemas.microsoft.com/office/drawing/2014/main" id="{A4F0C370-7AC8-DF25-7462-A0DF5EB28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Przykładowe eksploracje danych</a:t>
            </a:r>
          </a:p>
        </p:txBody>
      </p:sp>
      <p:pic>
        <p:nvPicPr>
          <p:cNvPr id="6" name="Obraz 5" descr="Obraz zawierający tekst, numer, zrzut ekranu, Czcionka&#10;&#10;Zawartość wygenerowana przez AI może być niepoprawna.">
            <a:extLst>
              <a:ext uri="{FF2B5EF4-FFF2-40B4-BE49-F238E27FC236}">
                <a16:creationId xmlns:a16="http://schemas.microsoft.com/office/drawing/2014/main" id="{609E1761-202A-AEDF-925B-85E5956EFF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1400515"/>
            <a:ext cx="12209985" cy="4336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24206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C4AA2C7-418F-5F0E-F9EE-702C7B1FC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Przykładowe wykresy</a:t>
            </a:r>
          </a:p>
        </p:txBody>
      </p:sp>
      <p:pic>
        <p:nvPicPr>
          <p:cNvPr id="28" name="Obraz 27" descr="Obraz zawierający tekst, zrzut ekranu, Czcionka, diagram&#10;&#10;Zawartość wygenerowana przez AI może być niepoprawna.">
            <a:extLst>
              <a:ext uri="{FF2B5EF4-FFF2-40B4-BE49-F238E27FC236}">
                <a16:creationId xmlns:a16="http://schemas.microsoft.com/office/drawing/2014/main" id="{3D312C8D-5B85-1067-11CB-258C2479CB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2192" y="1690688"/>
            <a:ext cx="5847616" cy="4947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8573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az 2" descr="Obraz zawierający tekst, zrzut ekranu, diagram, Wykres&#10;&#10;Zawartość wygenerowana przez AI może być niepoprawna.">
            <a:extLst>
              <a:ext uri="{FF2B5EF4-FFF2-40B4-BE49-F238E27FC236}">
                <a16:creationId xmlns:a16="http://schemas.microsoft.com/office/drawing/2014/main" id="{37C76B34-6D2A-35D6-5277-087E012ADD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214"/>
            <a:ext cx="12192000" cy="6839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55759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az 2" descr="Obraz zawierający zrzut ekranu, tekst, Wielobarwność, linia&#10;&#10;Zawartość wygenerowana przez AI może być niepoprawna.">
            <a:extLst>
              <a:ext uri="{FF2B5EF4-FFF2-40B4-BE49-F238E27FC236}">
                <a16:creationId xmlns:a16="http://schemas.microsoft.com/office/drawing/2014/main" id="{DE7C93FC-5F9E-EEEB-17DC-F36B1A09CB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9072"/>
            <a:ext cx="12192000" cy="6499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6571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az 2" descr="Obraz zawierający tekst, zrzut ekranu, diagram, Wykres&#10;&#10;Zawartość wygenerowana przez AI może być niepoprawna.">
            <a:extLst>
              <a:ext uri="{FF2B5EF4-FFF2-40B4-BE49-F238E27FC236}">
                <a16:creationId xmlns:a16="http://schemas.microsoft.com/office/drawing/2014/main" id="{ED9F92D7-C075-1837-7B38-5ED1D31125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480" y="755197"/>
            <a:ext cx="4810125" cy="5543550"/>
          </a:xfrm>
          <a:prstGeom prst="rect">
            <a:avLst/>
          </a:prstGeom>
        </p:spPr>
      </p:pic>
      <p:pic>
        <p:nvPicPr>
          <p:cNvPr id="5" name="Obraz 4" descr="Obraz zawierający tekst, zrzut ekranu, diagram, Czcionka&#10;&#10;Zawartość wygenerowana przez AI może być niepoprawna.">
            <a:extLst>
              <a:ext uri="{FF2B5EF4-FFF2-40B4-BE49-F238E27FC236}">
                <a16:creationId xmlns:a16="http://schemas.microsoft.com/office/drawing/2014/main" id="{6A8FFECA-B490-3A42-C091-A45ADD58CE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5395" y="755197"/>
            <a:ext cx="4810125" cy="5543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8185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8D79ED2-0315-2D8F-72A8-C70CCD1D43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Nasze pomysły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6F374368-B58E-0F60-1185-0912050006BA}"/>
              </a:ext>
            </a:extLst>
          </p:cNvPr>
          <p:cNvSpPr txBox="1"/>
          <p:nvPr/>
        </p:nvSpPr>
        <p:spPr>
          <a:xfrm>
            <a:off x="674914" y="2013857"/>
            <a:ext cx="10711543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2000" dirty="0"/>
              <a:t>-Dobrać dane na przestrzeni lat 2016-2023, które występują w arkuszach</a:t>
            </a:r>
          </a:p>
          <a:p>
            <a:r>
              <a:rPr lang="pl-PL" sz="2000" dirty="0"/>
              <a:t>-Przyjrzeć się sferze finansowej opieki zdrowotnej</a:t>
            </a:r>
          </a:p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209068079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123</Words>
  <Application>Microsoft Office PowerPoint</Application>
  <PresentationFormat>Panoramiczny</PresentationFormat>
  <Paragraphs>12</Paragraphs>
  <Slides>8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Motyw pakietu Office</vt:lpstr>
      <vt:lpstr>TWD</vt:lpstr>
      <vt:lpstr>Działanie z arkuszami</vt:lpstr>
      <vt:lpstr>Przykładowe eksploracje danych</vt:lpstr>
      <vt:lpstr>Przykładowe wykresy</vt:lpstr>
      <vt:lpstr>Prezentacja programu PowerPoint</vt:lpstr>
      <vt:lpstr>Prezentacja programu PowerPoint</vt:lpstr>
      <vt:lpstr>Prezentacja programu PowerPoint</vt:lpstr>
      <vt:lpstr>Nasze pomysły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Wojciech Florek</dc:creator>
  <cp:lastModifiedBy>Wojciech Florek</cp:lastModifiedBy>
  <cp:revision>1</cp:revision>
  <dcterms:created xsi:type="dcterms:W3CDTF">2025-10-28T22:05:16Z</dcterms:created>
  <dcterms:modified xsi:type="dcterms:W3CDTF">2025-10-28T23:58:34Z</dcterms:modified>
</cp:coreProperties>
</file>